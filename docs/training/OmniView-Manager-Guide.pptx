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פתיחה. המצגת מלווה מנהל חדש במערכת: איך מקצים עבודה, איך רואים מה קורה עכשיו, ואיך דוגמים התקדמות.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המסר: התפעול היומיומי של המנהל מסתכם בשלושה מהלכים חוזרים. כל השאר הוא דוחות.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התרשים הארגוני בתחתית הדאשבורד מראה מי תחת מי, עם סטטוס בזמן אמת לכל עובד.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להדגים בפועל: לבחור עובד, לראות את שורת ההרשאות, לבחור פק"ע ושלב, לסמן ארבעה סידוריים ולשמור.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המסך שמנהל פותח בבוקר ומשאיר פתוח. הוא מתעדכן מעצמו בלי לרענן.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סוגרים בשגרה עצמה — ארבע נקודות ביום. זה מה שצריך לזכור מהמצגת.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2011680" y="-2377440"/>
            <a:ext cx="7680960" cy="7680960"/>
          </a:xfrm>
          <a:prstGeom prst="roundRect">
            <a:avLst>
              <a:gd name="adj" fmla="val 26190"/>
            </a:avLst>
          </a:prstGeom>
          <a:solidFill>
            <a:srgbClr val="12203C"/>
          </a:solidFill>
          <a:ln w="12700">
            <a:solidFill>
              <a:srgbClr val="122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94960" y="932688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937760" y="1463040"/>
            <a:ext cx="6812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2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מדריך המנהל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239572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הקצאת עבודה לעובדים ומעקב אחריה בזמן אמת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287121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מיועד למנהל מחלקה ולראש צוות · כל הצילומים מתוך המערכת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60636" y="3456432"/>
            <a:ext cx="2089404" cy="402336"/>
          </a:xfrm>
          <a:prstGeom prst="roundRect">
            <a:avLst>
              <a:gd name="adj" fmla="val 45455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60636" y="3456432"/>
            <a:ext cx="20894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שיבוץ עבודה יומית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22592" y="3456432"/>
            <a:ext cx="2473452" cy="402336"/>
          </a:xfrm>
          <a:prstGeom prst="roundRect">
            <a:avLst>
              <a:gd name="adj" fmla="val 45455"/>
            </a:avLst>
          </a:prstGeom>
          <a:solidFill>
            <a:srgbClr val="14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22592" y="3456432"/>
            <a:ext cx="24734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עובד על מה — עכשיו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52644" y="3456432"/>
            <a:ext cx="1705356" cy="402336"/>
          </a:xfrm>
          <a:prstGeom prst="roundRect">
            <a:avLst>
              <a:gd name="adj" fmla="val 45455"/>
            </a:avLst>
          </a:prstGeom>
          <a:solidFill>
            <a:srgbClr val="14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2644" y="3456432"/>
            <a:ext cx="17053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דגימת התקדמות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87468" y="4567428"/>
            <a:ext cx="6912864" cy="1481328"/>
          </a:xfrm>
          <a:prstGeom prst="roundRect">
            <a:avLst>
              <a:gd name="adj" fmla="val 3704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0" descr="/tmp/claude-0/-home-user-Maneger-app/53969df5-f7e6-5dfc-83be-82081d4290bc/scratchpad/shots/17b-team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4617720"/>
            <a:ext cx="6812280" cy="1380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96712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תמונת מצב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2679192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הצד של המנהל — שלושה מהלכים בלבד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973568" y="1572768"/>
            <a:ext cx="3767328" cy="2852928"/>
          </a:xfrm>
          <a:prstGeom prst="roundRect">
            <a:avLst>
              <a:gd name="adj" fmla="val 4487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0816" y="1828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1008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47888" y="2395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מקצים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47888" y="2944368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עבודה יומית: עובד ← פק"ע ← שלב</a:t>
            </a:r>
            <a:endParaRPr lang="en-US" sz="130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לשבץ מספרים סידוריים מסוימים</a:t>
            </a:r>
            <a:endParaRPr lang="en-US" sz="130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 חופשית שאינה פק"ע (ניקיון, מלאי)</a:t>
            </a:r>
            <a:endParaRPr lang="en-US" sz="130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השיבוץ מגיע לעובד מיד, גם לימים הבאים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41648" y="1572768"/>
            <a:ext cx="3767328" cy="2852928"/>
          </a:xfrm>
          <a:prstGeom prst="roundRect">
            <a:avLst>
              <a:gd name="adj" fmla="val 4487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68896" y="1828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6889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2395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רואים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2944368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עובד כעת, על מה, וכמה זמן</a:t>
            </a:r>
            <a:endParaRPr lang="en-US" sz="130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בהפסקה ומי לא התחיל</a:t>
            </a:r>
            <a:endParaRPr lang="en-US" sz="130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מפעל חי לכל המחלקה</a:t>
            </a:r>
            <a:endParaRPr lang="en-US" sz="130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נותר מכל שיבוץ שנתתם היום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" y="1572768"/>
            <a:ext cx="3767328" cy="2852928"/>
          </a:xfrm>
          <a:prstGeom prst="roundRect">
            <a:avLst>
              <a:gd name="adj" fmla="val 4487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1828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3697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" y="2395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דוגמים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" y="2944368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התקדמות פק"ע — יחידה מול שלב</a:t>
            </a:r>
            <a:endParaRPr lang="en-US" sz="130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תקן מול זמן בפועל</a:t>
            </a:r>
            <a:endParaRPr lang="en-US" sz="130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יומי / שבועי לייצוא והדפסה</a:t>
            </a:r>
            <a:endParaRPr lang="en-US" sz="1300" dirty="0"/>
          </a:p>
          <a:p>
            <a:pPr algn="r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יומן מלא של כל פעולה שדווחה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91456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מתחבר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31552" y="5138928"/>
            <a:ext cx="1618488" cy="566928"/>
          </a:xfrm>
          <a:prstGeom prst="roundRect">
            <a:avLst>
              <a:gd name="adj" fmla="val 25806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31552" y="5138928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המנהל משבץ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47504" y="513892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87768" y="5138928"/>
            <a:ext cx="2459736" cy="566928"/>
          </a:xfrm>
          <a:prstGeom prst="roundRect">
            <a:avLst>
              <a:gd name="adj" fmla="val 25806"/>
            </a:avLst>
          </a:prstGeom>
          <a:solidFill>
            <a:srgbClr val="14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87768" y="5138928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העובד מדווח בטאבלט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513892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654296" y="5138928"/>
            <a:ext cx="2249424" cy="566928"/>
          </a:xfrm>
          <a:prstGeom prst="roundRect">
            <a:avLst>
              <a:gd name="adj" fmla="val 25806"/>
            </a:avLst>
          </a:prstGeom>
          <a:solidFill>
            <a:srgbClr val="141B2E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54296" y="513892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ההתקדמות מתעדכנת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270248" y="513892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125980" y="5138928"/>
            <a:ext cx="2144268" cy="566928"/>
          </a:xfrm>
          <a:prstGeom prst="roundRect">
            <a:avLst>
              <a:gd name="adj" fmla="val 25806"/>
            </a:avLst>
          </a:prstGeom>
          <a:solidFill>
            <a:srgbClr val="14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25980" y="5138928"/>
            <a:ext cx="21442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הדוח נבנה מעצמו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25312"/>
            <a:ext cx="1120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מה שבמצגת נעשה משתי לשוניות: “הצוות שלי” (ראש צוות) או “עובדים” (מנהל מחלקה).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שמתחילים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רואה מה — התפקידים במערכת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03-org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 מחלקה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רואה את כל עובדי המחלקה, כל הפק"ע של הסניפים שלה, ויכול להוסיף ולערוך עובדים.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55117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47802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ראש צוות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752344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רואה רק את העובדים שמשויכים אליו — משבץ להם עבודה ועוקב אחריהם.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37413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30098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575304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רואה רק את “העבודה שלי”: מה שובץ לו היום ומה הוא דיווח.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882128" y="4443984"/>
            <a:ext cx="3849624" cy="1618488"/>
          </a:xfrm>
          <a:prstGeom prst="roundRect">
            <a:avLst>
              <a:gd name="adj" fmla="val 6780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462686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שיוך העובד קובע הכל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101584" y="4937760"/>
            <a:ext cx="3410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ללא מנהל ישיר לא יופיע אצל אף ראש צוות. השיוך נעשה במסך ניהול העובדים.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הבית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המנהל רואה בכניסה למערכת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0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B9B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הפק"ע לפי סטטוס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טרם התחילו, כמה בייצור, כמה עצורות — ולחיצה מסננת את כל המסך.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377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30428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שורת מדדים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57860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עבודה, עלות, הכנסה ממומשת, עמידה בלוחות זמנים וחוסרים פתוחים.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20040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מסננים בראש המסך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401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פרויקט, סניף, סטטוס ותקופה — כל הנתונים שמתחת מתעדכנים יחד.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1548872" y="40233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82128" y="39502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ארגוני חי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22452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בתחתית המסך: כל עובד תחת המנהל שלו, עם סטטוס עדכני.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82128" y="4956048"/>
            <a:ext cx="3849624" cy="1106424"/>
          </a:xfrm>
          <a:prstGeom prst="roundRect">
            <a:avLst>
              <a:gd name="adj" fmla="val 9917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51389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לבדוק ראשון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54498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“פק"ע באיחור” ו“חוסרים פתוחים” הם שני המספרים שמסבירים את רוב העיכובים ביום נתון.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א׳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מאיפה מקצים עבודה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04-workers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“עובדים”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 מחלקה. ראש צוות ימצא את אותם כלים בלשונית “הצוות שלי”.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377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B9B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30428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לוחות, שתי מטרות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57860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“תוכנית עבודה יומית” לעבודה על פק"ע · “לוח משימות” לכל השאר.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20040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בוחרים תאריך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401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לשבץ מראש לימים הבאים — העובד יראה את השיבוץ ביום שלו.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1548872" y="40233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82128" y="39502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➕ שיבוץ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22452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 את טופס ההקצאה. זה הכפתור היחיד שצריך לזכור.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82128" y="4956048"/>
            <a:ext cx="3849624" cy="1106424"/>
          </a:xfrm>
          <a:prstGeom prst="roundRect">
            <a:avLst>
              <a:gd name="adj" fmla="val 9917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51389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נשמר איפה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54498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שיבוץ שייך לתאריך שנבחר. משימה אינה תלויה בתאריך — היא נשארת פתוחה עד שמסמנים אותה כבוצעה.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ב׳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שיבוץ עבודה: עובד ← פק"ע ← שלב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015984" y="1517904"/>
            <a:ext cx="2734056" cy="1133856"/>
          </a:xfrm>
          <a:prstGeom prst="roundRect">
            <a:avLst>
              <a:gd name="adj" fmla="val 9677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169164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17152" y="1645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217152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מציגה מיד לאילו שלבים הוא מורשה — ומזהירה אם אינו.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1517904"/>
            <a:ext cx="2734056" cy="1133856"/>
          </a:xfrm>
          <a:prstGeom prst="roundRect">
            <a:avLst>
              <a:gd name="adj" fmla="val 9677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77656" y="169164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5B9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1656" y="1645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פק"ע ושלב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השלבים מסוננת למסלול של אותה פק"ע בלבד.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1517904"/>
            <a:ext cx="2734056" cy="1133856"/>
          </a:xfrm>
          <a:prstGeom prst="roundRect">
            <a:avLst>
              <a:gd name="adj" fmla="val 9677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69164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66160" y="1645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יחידות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= כל היחידות שממתינות. אחרת — כמות היעד ליום.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" y="1517904"/>
            <a:ext cx="2734056" cy="1133856"/>
          </a:xfrm>
          <a:prstGeom prst="roundRect">
            <a:avLst>
              <a:gd name="adj" fmla="val 9677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26664" y="169164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0664" y="1645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מספרים סידוריים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לסמן ס"נ מסוימים; היעד מתעדכן אוטומטית.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6908" y="2985516"/>
            <a:ext cx="11393424" cy="2907792"/>
          </a:xfrm>
          <a:prstGeom prst="roundRect">
            <a:avLst>
              <a:gd name="adj" fmla="val 1887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23" name="Image 0" descr="/tmp/claude-0/-home-user-Maneger-app/53969df5-f7e6-5dfc-83be-82081d4290bc/scratchpad/shots/05b-assign-form-z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35808"/>
            <a:ext cx="11292840" cy="280720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57200" y="5943600"/>
            <a:ext cx="11292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i="1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שדות המסומנים ב-* הם חובה · ההערה נשלחת לעובד כפי שהיא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ב׳ · המשך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שיבוצים לאותו עובד — בפעולה אחת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06-assign-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הוסף עוד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מוסיף את השורה הנוכחית לתור ומנקה את הטופס לשיבוץ הבא.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377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B9B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30428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התור מוצג לפני השמירה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57860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פק"ע, שלב, כמות והערה — אפשר למחוק שורה לפני שמאשרים.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20040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לפי מסלול הייצור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401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ממיינת את השיבוצים לפי סדר השלבים, כך שהעובד מקבל אותם בסדר הנכון.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1548872" y="40233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82128" y="39502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שבץ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22452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שומר את כל השורות יחד. השיבוץ מופיע אצל העובד מיד.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82128" y="4956048"/>
            <a:ext cx="3849624" cy="1106424"/>
          </a:xfrm>
          <a:prstGeom prst="roundRect">
            <a:avLst>
              <a:gd name="adj" fmla="val 9917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51389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חשוב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54498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שיבוץ נפרד לכל שלב הוא מה שמאפשר למדוד אחר כך כמה זמן באמת לקח כל שלב.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ב׳ · תוצאה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העבודה של היום — לכל הצוות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07-plan-sa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שורה לכל עובד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מקובצת לפי עובד, עם מספר השיבוצים שלו לאותו יום.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377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30428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“נותרו” מתעדכן לבד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57860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היתרה יורדת עם כל דיווח של העובד — בלי לעדכן ידנית.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20040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B9B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סימון כבוצע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401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סוגר שיבוץ שהושלם או שכבר אינו רלוונטי.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1548872" y="40233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F5A52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82128" y="39502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מחיקה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22452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מסירה שיבוץ שנוצר בטעות. השיבוץ נעלם גם אצל העובד.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82128" y="4956048"/>
            <a:ext cx="3849624" cy="1106424"/>
          </a:xfrm>
          <a:prstGeom prst="roundRect">
            <a:avLst>
              <a:gd name="adj" fmla="val 9917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51389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העובד רואה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54498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רשימה בדיוק מופיעה אצלו ב“העבודה שלי”, עם מונה שיבוצים פתוחים על הלשונית.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ג׳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 שאינה פק"ע — ניקיון, מלאי, הדרכה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540764"/>
            <a:ext cx="11393424" cy="1965960"/>
          </a:xfrm>
          <a:prstGeom prst="roundRect">
            <a:avLst>
              <a:gd name="adj" fmla="val 2791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08b-task-form-z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91056"/>
            <a:ext cx="11292840" cy="1865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15984" y="3840480"/>
            <a:ext cx="2734056" cy="1417320"/>
          </a:xfrm>
          <a:prstGeom prst="roundRect">
            <a:avLst>
              <a:gd name="adj" fmla="val 7742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03152" y="402336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2D3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217152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ושם המשימה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217152" y="4297680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שדות חובה. שם קצר וברור — הוא מה שהעובד יראה ברשימת המשימות שלו.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90488" y="3840480"/>
            <a:ext cx="2734056" cy="1417320"/>
          </a:xfrm>
          <a:prstGeom prst="roundRect">
            <a:avLst>
              <a:gd name="adj" fmla="val 7742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77656" y="402336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91656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תמחור (₪)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91656" y="4297680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נכנס לחישוב ההכנסה והרווח של אותו עובד בדוחות. אפשר להשאיר 0.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64992" y="3840480"/>
            <a:ext cx="2734056" cy="1417320"/>
          </a:xfrm>
          <a:prstGeom prst="roundRect">
            <a:avLst>
              <a:gd name="adj" fmla="val 7742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402336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56616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4297680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מקום להנחיות: לפי איזה נוהל, איפה לתעד, מה הדגש. נשלח לעובד כפי שהוא.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9496" y="3840480"/>
            <a:ext cx="2734056" cy="1417320"/>
          </a:xfrm>
          <a:prstGeom prst="roundRect">
            <a:avLst>
              <a:gd name="adj" fmla="val 7742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26664" y="402336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5B9B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40664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העובד מדווח זמן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" y="4297680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התחלה, הפסקה וסיום — בדיוק כמו על שלב בפק"ע, כולל שעון רץ.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5577840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 אינה מקושרת לפק"ע — לכן היא הדרך הנכונה לתעד עבודה שלא נמדדת ביחידות. הזמן והתמחור שלה נכנסים לאותם דוחות.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המשימות — פתוחות, חלקיות, הושלמו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09-task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F5A52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קבוצות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פתוחות · בוצעו חלקית · הושלמו. המונה בראש הלוח מסכם כל אחת.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377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B9B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30428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〰️ סימון חלקי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57860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למשימה שנעצרה באמצע — נשארת פתוחה אך מסומנת.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20040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תצוגת “סיכום”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401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משימות פתוחות יש לכל עובד — לזיהוי עומס לא מאוזן.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1548872" y="40233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82128" y="39502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על כרטיס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22452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פותחת את פרטי המשימה: זמן עבודה, הפסקות ותמחור.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82128" y="4956048"/>
            <a:ext cx="3849624" cy="1106424"/>
          </a:xfrm>
          <a:prstGeom prst="roundRect">
            <a:avLst>
              <a:gd name="adj" fmla="val 9917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51389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54498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לסגור משימות שהסתיימו — אחרת הן ממשיכות להיספר כעומס פתוח על העובד.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בזמן אמת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כל עובד עושה ברגע זה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17-team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מצבים, צבע לכל אחד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ירוק — עובד כעת · כתום — בהפסקה · אפור — לא פעיל.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377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30428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שעון רץ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57860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זמן העובד על המשימה הנוכחית, כולל ניכוי הפסקות.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20040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B9B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מה בדיוק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401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השלב, מספר הפק"ע והמספר הסידורי — לא רק “עובד”.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1548872" y="40233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82128" y="39502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שורת מדדים לצוות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22452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עובדים פעילים, כמה בהפסקה, וכמה פעולות הושלמו היום.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82128" y="4956048"/>
            <a:ext cx="3849624" cy="1106424"/>
          </a:xfrm>
          <a:prstGeom prst="roundRect">
            <a:avLst>
              <a:gd name="adj" fmla="val 9917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51389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 לב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54498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“לא פעיל” אינו בהכרח בעיה — ייתכן שהעובד סיים פעולה ועדיין לא פתח את הבאה.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בזמן אמת · תצוגה מלאה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מפעל חי — כל המחלקה במבט אחד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15b-live-board-d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תפריט ניהול ← מסך מפעל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נפתח על כל המפעל; לחיצה על מחלקה נכנסת לפירוט שלה.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377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30428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“מי עובד עכשיו”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57860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כרטיס לכל עובד פעיל עם השלב, הפק"ע והשעון הרץ.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20040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תפוקה לפי שלב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401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היכן נעשות הפעולות — ואיפה נוצר צוואר הבקבוק.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1548872" y="40233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B9B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82128" y="39502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מתאים למסך בקיר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22452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נועד להישאר פתוח על מסך גדול ברצפת הייצור.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82128" y="4956048"/>
            <a:ext cx="3849624" cy="1106424"/>
          </a:xfrm>
          <a:prstGeom prst="roundRect">
            <a:avLst>
              <a:gd name="adj" fmla="val 9917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51389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דרוש מנוי Pro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54498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המפעל החי זמין בתוכנית Pro ומעלה. שאר המסכים במצגת זמינים לכל המנהלים.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דגימת התקדמות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רמת פקודת עבודה — כמה נותר ומתי נסיים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11-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פס התקדמות לכל פק"ע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יחידות שסיימו את כל המסלול, מתוך הכמות שנפתחה.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377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B9B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30428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דיווחי שלבים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57860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למשל 35/60 — כמה חתימות שלב בוצעו מתוך הנדרש.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20040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צפי לסיום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401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מתורגם לימי עבודה לפי הקצב בפועל, לא לפי הערכה.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1548872" y="40233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F5A52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82128" y="39502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“פער מול הסטטוס”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22452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מסמן פק"ע שה-ERP מכריז עליה מתקדמת יותר ממה שדווח בפועל.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82128" y="4956048"/>
            <a:ext cx="3849624" cy="1106424"/>
          </a:xfrm>
          <a:prstGeom prst="roundRect">
            <a:avLst>
              <a:gd name="adj" fmla="val 9917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51389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54498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מיון לפי “יעד אספקה” מציף מיד את הפק"ע שלא יספיקו בקצב הנוכחי.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דגימת התקדמות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רמת יחידה — כל סידורי מול כל שלב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12-order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מטריצה מלאה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שורה לכל מספר סידורי, עמודה לכל שלב במסלול. ✅ = דווח והושלם.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377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F5A52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30428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כל יחידה תקועה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57860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רצף ✅ שנעצר באמצע מצביע מיד על השלב החוסם.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20040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תקן מול בפועל לפק"ע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401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תקן ליחידה, זמן בפועל, והפער ביניהם — בראש המסך.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1548872" y="40233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B9B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82128" y="39502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תקלות וחוסרים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22452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מתועדים על אותה פק"ע, כולל האחראי ותאריך הגילוי.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82128" y="4956048"/>
            <a:ext cx="3849624" cy="1106424"/>
          </a:xfrm>
          <a:prstGeom prst="roundRect">
            <a:avLst>
              <a:gd name="adj" fmla="val 9917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51389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54498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להוסיף יחידות לפק"ע מאותו מסך, אם ה-ERP פתח כמות גדולה ממה שנקלט.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דגימת התקדמות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ביצועי עובדים וזמן תקן מול בפועל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195060" y="1431036"/>
            <a:ext cx="5605272" cy="3694176"/>
          </a:xfrm>
          <a:prstGeom prst="roundRect">
            <a:avLst>
              <a:gd name="adj" fmla="val 1485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10-worker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481328"/>
            <a:ext cx="5504688" cy="35935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8620" y="1431036"/>
            <a:ext cx="5605272" cy="3694176"/>
          </a:xfrm>
          <a:prstGeom prst="roundRect">
            <a:avLst>
              <a:gd name="adj" fmla="val 1485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/tmp/claude-0/-home-user-Maneger-app/53969df5-f7e6-5dfc-83be-82081d4290bc/scratchpad/shots/13-std-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81328"/>
            <a:ext cx="5504688" cy="3593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45352" y="5230368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כרטיס לכל עובד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245352" y="5522976"/>
            <a:ext cx="5504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שעות, יחידות, יח׳/שעה, הפסקות, עלות מול הכנסה — לפי היום, השבוע, החודש או הרבעון. מסגרת כתומה = העובד פעיל כרגע. מתחת לכרטיסים: יומן כל הפעולות שדווחו.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38912" y="5230368"/>
            <a:ext cx="5477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תקן מול בפועל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38912" y="5522976"/>
            <a:ext cx="5504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מק"ט: התקן שהוגדר מראש, הזמן שנמדד בפועל וזמן המכירה — ממוין לפי גודל החריגה. אפשר לפרק את אותה תמונה לפי שלב או לפי עובד.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984" y="38404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01984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תקופתי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יומי, שבועי או חודשי — מוכן להדפסה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06908" y="1394460"/>
            <a:ext cx="7178040" cy="4718304"/>
          </a:xfrm>
          <a:prstGeom prst="roundRect">
            <a:avLst>
              <a:gd name="adj" fmla="val 1163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Maneger-app/53969df5-f7e6-5dfc-83be-82081d4290bc/scratchpad/shots/14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7077456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548872" y="15544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48132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בוחרים תקופה ועובדים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75564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יומי / שבועי / חודשי / טווח חופשי, וסינון לעובדים מסוימים.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548872" y="2377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B9B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230428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שורה לכל עובד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257860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פעולות, יחידות, זמן בפועל מול תקן, ניצול וביצוע התוכנית.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548872" y="320040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בתקן באחוזים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3401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מעל 100% = מהיר מהתקן. מתחת — יעד לשיחה או להכשרה.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1548872" y="40233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82128" y="39502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הדפסה, אקסל, HTML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22452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התצוגה במסך היא בדיוק מה שיודפס או ייוצא.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82128" y="4956048"/>
            <a:ext cx="3849624" cy="1106424"/>
          </a:xfrm>
          <a:prstGeom prst="roundRect">
            <a:avLst>
              <a:gd name="adj" fmla="val 9917"/>
            </a:avLst>
          </a:prstGeom>
          <a:solidFill>
            <a:srgbClr val="12203C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51389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54498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לשמור את הדוח השבועי כ-HTML או לייצא לאקסל — הוא נשמר בדיוק כפי שהוא נראה במסך.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6419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OmniView · מדריך המנהל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3891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5B67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766560" y="-2651760"/>
            <a:ext cx="7863840" cy="7863840"/>
          </a:xfrm>
          <a:prstGeom prst="roundRect">
            <a:avLst>
              <a:gd name="adj" fmla="val 25581"/>
            </a:avLst>
          </a:prstGeom>
          <a:solidFill>
            <a:srgbClr val="12203C"/>
          </a:solidFill>
          <a:ln w="12700">
            <a:solidFill>
              <a:srgbClr val="1220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96712" y="3291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לסיכום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2679192" y="566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E9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שגרת העבודה המומלצת למנהל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54512" y="184708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54512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16276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בוקר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627632"/>
            <a:ext cx="7635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 את “הצוות שלי” ומשבצים תוכנית עבודה יומית לכל עובד. מוסיפים משימות שאינן פק"ע.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54512" y="2889504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54512" y="2889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2670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במהלך היום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670048"/>
            <a:ext cx="7635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משאירים את מסך המפעל החי פתוח. בודקים מי עובד, מי בהפסקה ומי עדיין לא התחיל.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393192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5B9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54512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71246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 הצהריים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712464"/>
            <a:ext cx="7635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מסתכלים על “נותרו” בתוכנית ועל התקדמות הפק"ע. משבצים מחדש היכן שנוצר פער.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141B2E"/>
          </a:solidFill>
          <a:ln w="12700">
            <a:solidFill>
              <a:srgbClr val="2631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54512" y="4974336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A78B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54512" y="4974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7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4754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סוף יום / סוף שבוע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54880"/>
            <a:ext cx="7635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3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מפיקים את הדוח, בודקים עמידה בתקן, וסוגרים משימות שהושלמו.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61888"/>
            <a:ext cx="11201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אצבע: אם עובד לא מופיע כ“עובד כעת”, או שלא שובצה לו עבודה — או שלא התחיל לדווח.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OmniView — מדריך המנהל</dc:title>
  <dc:subject>PptxGenJS Presentation</dc:subject>
  <dc:creator>OmniView</dc:creator>
  <cp:lastModifiedBy>OmniView</cp:lastModifiedBy>
  <cp:revision>1</cp:revision>
  <dcterms:created xsi:type="dcterms:W3CDTF">2026-09-09T10:46:13Z</dcterms:created>
  <dcterms:modified xsi:type="dcterms:W3CDTF">2026-09-09T10:46:13Z</dcterms:modified>
</cp:coreProperties>
</file>